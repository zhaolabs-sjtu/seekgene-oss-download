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寻因(SeekGene) 测序数据下载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OSS 数据释放下载 + MD5 完整性校验</a:t>
            </a:r>
          </a:p>
          <a:p>
            <a:r>
              <a:t>小白使用指南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五步流程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安装依赖 oss2</a:t>
            </a:r>
          </a:p>
          <a:p>
            <a:r>
              <a:t>② 配置凭据（环境变量）</a:t>
            </a:r>
          </a:p>
          <a:p>
            <a:r>
              <a:t>③ 解析邮件 parse_email.py</a:t>
            </a:r>
          </a:p>
          <a:p>
            <a:r>
              <a:t>④ 批量下载 download.py（断点续传）</a:t>
            </a:r>
          </a:p>
          <a:p>
            <a:r>
              <a:t>⑤ MD5 校验 verify.py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验收标准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· 文件数与邮件描述一致</a:t>
            </a:r>
          </a:p>
          <a:p>
            <a:r>
              <a:t>· 下载日志 ALL_FINISHED</a:t>
            </a:r>
          </a:p>
          <a:p>
            <a:r>
              <a:t>· 校验输出 ALL_MD5_VERIFIED_OK</a:t>
            </a:r>
          </a:p>
          <a:p>
            <a:r>
              <a:t>· 无 .part 残留文件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温馨提示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· 释放链接有有效期，务必期限内完成</a:t>
            </a:r>
          </a:p>
          <a:p>
            <a:r>
              <a:t>· 大小一致 ≠ 完整，必须跑 MD5 校验</a:t>
            </a:r>
          </a:p>
          <a:p>
            <a:r>
              <a:t>· 凭据走环境变量，绝不写进代码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